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235A-DD03-D42B-1F75-5507886BA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54E6B-796C-D91F-4444-052D7760B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74941-E7AE-E348-DEFB-1B554894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EA75-E5C5-43B5-9540-785A0CDBDD1C}" type="datetimeFigureOut">
              <a:rPr lang="LID4096" smtClean="0"/>
              <a:t>07/09/2026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FBDAE-6416-8F90-269A-0527E7284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78312-8131-E2E6-A1DF-2B18CE8E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A100-342E-4FF0-831D-0D174E6DCFB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84165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7F803-F0F5-A220-850F-521ED169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7445-5A7E-2AB5-6C5A-C193EF849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3B2ED-F1DC-333F-6686-9E9897FA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EA75-E5C5-43B5-9540-785A0CDBDD1C}" type="datetimeFigureOut">
              <a:rPr lang="LID4096" smtClean="0"/>
              <a:t>07/09/2026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239F8-5A0D-F916-6F2E-436DEC2F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8F638-5437-35C2-AFAE-AAD885A9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A100-342E-4FF0-831D-0D174E6DCFB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49707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10B0C-CC1E-18D6-5A2F-71E796669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F1255-C030-AEC7-565B-4D2F9B9A4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534A4-7EB7-D8DD-321B-70FDD066E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EA75-E5C5-43B5-9540-785A0CDBDD1C}" type="datetimeFigureOut">
              <a:rPr lang="LID4096" smtClean="0"/>
              <a:t>07/09/2026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86E4E-4248-72FB-1FD2-58B704AD9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3D837-EE8F-E20E-B6A6-E59532A6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A100-342E-4FF0-831D-0D174E6DCFB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2182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81422-4B5D-F994-469A-40840ED5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5E104-714A-4A1B-1B16-FD2F27680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B28CD-2B3F-AB5F-7E45-EADE7F4A4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5C10D-9DCD-952E-ADE9-EB94C3AD9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EA75-E5C5-43B5-9540-785A0CDBDD1C}" type="datetimeFigureOut">
              <a:rPr lang="LID4096" smtClean="0"/>
              <a:t>07/09/2026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BD646-4159-F73F-325B-071FF41DC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76ACD-FB66-BAE4-A475-731C085A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A100-342E-4FF0-831D-0D174E6DCFB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6443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AE50-209B-3F1C-032D-CC40D923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8220E-C6AD-6A3B-76FA-0AFDB552A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5EE56-59FC-24B9-AF48-3E2FC5249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9EAD5-1ACF-FBC7-9FD2-7D6610920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B65A07-AE8D-B9A9-7703-B80E3CA02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236D9A-69FF-34EC-2C7E-BD44A442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EA75-E5C5-43B5-9540-785A0CDBDD1C}" type="datetimeFigureOut">
              <a:rPr lang="LID4096" smtClean="0"/>
              <a:t>07/09/2026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4801E3-8025-5F9D-E877-6417127B7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44E8E9-E278-59D8-F041-1D32124B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A100-342E-4FF0-831D-0D174E6DCFB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1486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B97E-A8AC-8FDF-38A0-D23D5776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3E464-1F2D-35DE-F9DA-5FB9FC24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EA75-E5C5-43B5-9540-785A0CDBDD1C}" type="datetimeFigureOut">
              <a:rPr lang="LID4096" smtClean="0"/>
              <a:t>07/09/2026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FB271-7999-682E-8E6D-BBD7BA4E3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1D835-3CF2-BB66-3CBC-73384753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A100-342E-4FF0-831D-0D174E6DCFB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188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B944EC-BF8C-C8A9-2A05-39DAB8641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EA75-E5C5-43B5-9540-785A0CDBDD1C}" type="datetimeFigureOut">
              <a:rPr lang="LID4096" smtClean="0"/>
              <a:t>07/09/2026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FC8FD-5417-57DD-8CBC-66346614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23E81-953A-453F-0E85-40FF95B9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A100-342E-4FF0-831D-0D174E6DCFB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3630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1BDF-8DE6-BBAA-CFDD-77F42ADE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4D15A-5B36-3FC2-FD44-F4E44DECA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B1CB1-C985-5DAF-BDCF-6C98A6F5D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0E37C-2235-E726-0FD0-877A4BE8C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EA75-E5C5-43B5-9540-785A0CDBDD1C}" type="datetimeFigureOut">
              <a:rPr lang="LID4096" smtClean="0"/>
              <a:t>07/09/2026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3DF67-B9BB-F3B8-975B-0133D739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CDC9D-C1E6-2906-363D-8F5EE617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A100-342E-4FF0-831D-0D174E6DCFB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034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6D723-1BE9-70D2-24DD-F5B48C64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6E20D6-F99E-84D9-24F6-21CCDD203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C8CCC-2521-D80D-C79D-B71410D1F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F9286-57AB-7E91-D760-D828853CF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EA75-E5C5-43B5-9540-785A0CDBDD1C}" type="datetimeFigureOut">
              <a:rPr lang="LID4096" smtClean="0"/>
              <a:t>07/09/2026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3C72A-0ACD-A441-789D-6E7532BD1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B34B2-848A-F63E-77E6-9BC773D2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A100-342E-4FF0-831D-0D174E6DCFB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5652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EA17F-7EEA-E1D5-E10A-4D357DBD9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60A47-266E-17B8-66A1-2A1125F54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51108-B7ED-DE41-D1F9-B60B324A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EA75-E5C5-43B5-9540-785A0CDBDD1C}" type="datetimeFigureOut">
              <a:rPr lang="LID4096" smtClean="0"/>
              <a:t>07/09/2026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2EB14-B628-A818-DB08-39A1E3E4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3D5A9-D9D2-3132-79F0-05E1ABB4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A100-342E-4FF0-831D-0D174E6DCFB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8859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80219-6138-2769-0DA9-318A00CCE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BA5AC-327F-3052-2210-3C9B3A740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A9395-53EB-15B9-39AA-3C8C0214C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AEA75-E5C5-43B5-9540-785A0CDBDD1C}" type="datetimeFigureOut">
              <a:rPr lang="LID4096" smtClean="0"/>
              <a:t>07/09/2026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3995A-9B80-B2DE-D000-DF36A2D8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1E74B-E261-3F72-7A9E-22F4923F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A100-342E-4FF0-831D-0D174E6DCFB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646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EAD6A2-5165-4B4B-5A87-687E86C2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02327-55E6-EE8F-A284-763EA3F78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E0047-D5ED-D27A-9E8D-8C59F7C320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AEA75-E5C5-43B5-9540-785A0CDBDD1C}" type="datetimeFigureOut">
              <a:rPr lang="LID4096" smtClean="0"/>
              <a:t>07/09/2026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A6C50-A7A4-DA66-DED8-8F2EBE3E5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65FA2-8EED-DF22-ACE2-E05A8312C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1A100-342E-4FF0-831D-0D174E6DCFB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638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3B6784-D55F-E2C0-E387-D43902E80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705" y="368927"/>
            <a:ext cx="6823295" cy="64511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42A319-140A-6ABE-9547-167BF8E49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958"/>
            <a:ext cx="5682052" cy="14450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D1959F-6819-E8DF-67B8-876EB137C452}"/>
              </a:ext>
            </a:extLst>
          </p:cNvPr>
          <p:cNvSpPr txBox="1"/>
          <p:nvPr/>
        </p:nvSpPr>
        <p:spPr>
          <a:xfrm>
            <a:off x="165491" y="1483023"/>
            <a:ext cx="34809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Fig.03</a:t>
            </a:r>
            <a:endParaRPr lang="LID4096" sz="2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621E1F-B10A-0F36-7BB9-0DD36D4EDE0A}"/>
              </a:ext>
            </a:extLst>
          </p:cNvPr>
          <p:cNvSpPr/>
          <p:nvPr/>
        </p:nvSpPr>
        <p:spPr>
          <a:xfrm>
            <a:off x="10420541" y="3594483"/>
            <a:ext cx="1638676" cy="1565991"/>
          </a:xfrm>
          <a:prstGeom prst="rect">
            <a:avLst/>
          </a:prstGeom>
          <a:noFill/>
          <a:ln w="19050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D063D6-A1F9-7934-1424-FCA02FA3D419}"/>
              </a:ext>
            </a:extLst>
          </p:cNvPr>
          <p:cNvSpPr/>
          <p:nvPr/>
        </p:nvSpPr>
        <p:spPr>
          <a:xfrm>
            <a:off x="8836184" y="5207262"/>
            <a:ext cx="1638676" cy="1565991"/>
          </a:xfrm>
          <a:prstGeom prst="rect">
            <a:avLst/>
          </a:prstGeom>
          <a:noFill/>
          <a:ln w="19050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721F1F-EC02-1882-6C64-A5D27467AEB3}"/>
              </a:ext>
            </a:extLst>
          </p:cNvPr>
          <p:cNvSpPr/>
          <p:nvPr/>
        </p:nvSpPr>
        <p:spPr>
          <a:xfrm>
            <a:off x="10420541" y="2028492"/>
            <a:ext cx="1638676" cy="1565991"/>
          </a:xfrm>
          <a:prstGeom prst="rect">
            <a:avLst/>
          </a:prstGeom>
          <a:noFill/>
          <a:ln w="3175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D8D6C6-A82B-E6CE-CB32-CBF345D4B817}"/>
              </a:ext>
            </a:extLst>
          </p:cNvPr>
          <p:cNvSpPr/>
          <p:nvPr/>
        </p:nvSpPr>
        <p:spPr>
          <a:xfrm>
            <a:off x="7188456" y="5207262"/>
            <a:ext cx="1638676" cy="1565991"/>
          </a:xfrm>
          <a:prstGeom prst="rect">
            <a:avLst/>
          </a:prstGeom>
          <a:noFill/>
          <a:ln w="3175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38AA47-DF7C-247A-6254-3ABAFF8AD035}"/>
              </a:ext>
            </a:extLst>
          </p:cNvPr>
          <p:cNvCxnSpPr/>
          <p:nvPr/>
        </p:nvCxnSpPr>
        <p:spPr>
          <a:xfrm flipV="1">
            <a:off x="2037030" y="1557197"/>
            <a:ext cx="1258432" cy="0"/>
          </a:xfrm>
          <a:prstGeom prst="line">
            <a:avLst/>
          </a:prstGeom>
          <a:noFill/>
          <a:ln w="19050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0D0B54-ECE5-4079-B4D2-D08F1BE4FC0E}"/>
              </a:ext>
            </a:extLst>
          </p:cNvPr>
          <p:cNvCxnSpPr/>
          <p:nvPr/>
        </p:nvCxnSpPr>
        <p:spPr>
          <a:xfrm flipV="1">
            <a:off x="7503814" y="1944688"/>
            <a:ext cx="1258432" cy="0"/>
          </a:xfrm>
          <a:prstGeom prst="line">
            <a:avLst/>
          </a:prstGeom>
          <a:noFill/>
          <a:ln w="19050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CF9D83-6289-04B0-53B3-639BABD2338F}"/>
              </a:ext>
            </a:extLst>
          </p:cNvPr>
          <p:cNvCxnSpPr/>
          <p:nvPr/>
        </p:nvCxnSpPr>
        <p:spPr>
          <a:xfrm flipV="1">
            <a:off x="5492435" y="2167128"/>
            <a:ext cx="0" cy="1261872"/>
          </a:xfrm>
          <a:prstGeom prst="line">
            <a:avLst/>
          </a:prstGeom>
          <a:noFill/>
          <a:ln w="19050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214882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C22483F-1783-5784-231E-AFC33796F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706" y="394098"/>
            <a:ext cx="6644646" cy="63552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1E1EEA-DF78-B4FD-F82F-18DDD3591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958"/>
            <a:ext cx="5682052" cy="14450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5F4466-F223-24A7-2606-869919F23850}"/>
              </a:ext>
            </a:extLst>
          </p:cNvPr>
          <p:cNvSpPr txBox="1"/>
          <p:nvPr/>
        </p:nvSpPr>
        <p:spPr>
          <a:xfrm>
            <a:off x="165491" y="1483023"/>
            <a:ext cx="34809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Fig.04</a:t>
            </a:r>
            <a:endParaRPr lang="LID4096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248D7-6B53-F1D6-400D-8386111335DF}"/>
              </a:ext>
            </a:extLst>
          </p:cNvPr>
          <p:cNvSpPr txBox="1"/>
          <p:nvPr/>
        </p:nvSpPr>
        <p:spPr>
          <a:xfrm>
            <a:off x="3048755" y="324659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1.38"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4EB2B0-2549-2434-C963-A6673C8ED985}"/>
              </a:ext>
            </a:extLst>
          </p:cNvPr>
          <p:cNvSpPr/>
          <p:nvPr/>
        </p:nvSpPr>
        <p:spPr>
          <a:xfrm>
            <a:off x="10592554" y="1713856"/>
            <a:ext cx="1420798" cy="1219468"/>
          </a:xfrm>
          <a:prstGeom prst="rect">
            <a:avLst/>
          </a:prstGeom>
          <a:noFill/>
          <a:ln w="19050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89F10B-1CA6-8A13-76A4-ECD54C4A6A6C}"/>
              </a:ext>
            </a:extLst>
          </p:cNvPr>
          <p:cNvSpPr/>
          <p:nvPr/>
        </p:nvSpPr>
        <p:spPr>
          <a:xfrm>
            <a:off x="6790099" y="5451428"/>
            <a:ext cx="1265380" cy="1219468"/>
          </a:xfrm>
          <a:prstGeom prst="rect">
            <a:avLst/>
          </a:prstGeom>
          <a:noFill/>
          <a:ln w="19050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17969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4</cp:revision>
  <dcterms:created xsi:type="dcterms:W3CDTF">2026-07-09T11:43:55Z</dcterms:created>
  <dcterms:modified xsi:type="dcterms:W3CDTF">2026-07-09T11:58:41Z</dcterms:modified>
</cp:coreProperties>
</file>