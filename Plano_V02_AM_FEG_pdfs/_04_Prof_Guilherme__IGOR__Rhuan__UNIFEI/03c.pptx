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6532" autoAdjust="0"/>
  </p:normalViewPr>
  <p:slideViewPr>
    <p:cSldViewPr snapToGrid="0">
      <p:cViewPr varScale="1">
        <p:scale>
          <a:sx n="116" d="100"/>
          <a:sy n="116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7812-8CA9-5E77-84FB-2892AD8CA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8D4CD-E0DE-924F-74ED-2855F6F58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224FA-E0B9-3097-5725-AAAD2C56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6635D-DC9D-4ABF-C315-FC8DF932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7E94-527D-B3C1-FF6F-D1AFC99B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67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C4B3-9F5F-2C9C-7302-131CA02E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CBF-4A85-BD93-7238-39440AD9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F009-AD27-0CD1-09B8-2347DB32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04A8-EB4B-7A0D-0C64-E42D9D98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F0046-1AAD-0366-6A5B-63A0BB77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725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6200-FF76-38B5-556D-494B0D2E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664C-B480-7204-0C6E-3699F79A0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AA340-15B2-C41E-B5B6-17A6181B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8F5DB-71EB-24BA-E58E-669A0C5F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7947A-803F-29DF-837E-FE0A3C0D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42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D47D-F80F-9F17-EAFB-A5DA9E51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761DE-7702-1F57-44E5-539F78D99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56C0C-B968-9ED2-1022-F84199823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54075-6181-8C67-1949-92BFD69C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0B6D1-4F83-A4C5-9E85-9C920874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CE671-7CE0-5BD6-28CB-D0182813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020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E508-4CA8-3D53-EDA8-C8E1722A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351F0-6F5C-46D1-9CF3-A7AC43D02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DC419-5295-B90E-A677-C6462AF32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DD7C6-14CC-3BF2-0C04-EED63065C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33A51C-1304-E64B-AA55-BF6799BE4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694FF-CE42-A32D-4929-484855C5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309CF-20BC-AB03-DECD-CBAF0603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45F3D-4FDC-0DF3-7027-E0FEC049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395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EFD9-0E8B-CB11-2A44-3F9CC3FB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E8624-EC59-6539-35CC-2C679F9F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9A5E1-98A2-B29B-F9A8-A7F3D2F1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3F113-0E88-B30C-C391-821269D7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629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9921F-C731-CA61-8446-61CFCF76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B2F08-389B-D9DA-79C9-C8FB4D6E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62771-57D3-84AE-A0C5-038A23D4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929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8F06-A0AD-1A14-7304-F2C1CF16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B2A1-6F5F-B28D-AED1-C23F2D7A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89ECA-8144-16C1-59DF-AC05A1D8B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72B7-5658-D75A-C1A8-3323AB2D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DC7F0-D016-34C6-FD51-06D0B00A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9D3A-3E91-BCC7-C34E-DFB0555A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765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30C3-64EA-9BE8-7630-473A31B3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A2D00-614A-80F8-6341-E8C985C02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3BE9-FD2A-E79D-06FA-F5789BF2A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F1ADE-A492-A685-FDFE-B67C37B1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14E53-2E99-A705-6E83-C27DC36A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038A2-6552-1405-084D-472CC07B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105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502C-0AF6-F04E-BA54-BCBCF920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E968A-8034-9FD5-76CA-E62C90519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B8A13-1665-EC73-D13F-6896293C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63A61-175C-5B78-B979-DD7B2ED7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6A06B-4738-1AA5-82D4-BC1C174B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033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E19BC-4644-E0F0-FCF1-A0F0078CB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98717-C9B7-06C6-8277-33D3A7B9B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A75D0-7427-C613-874D-CC6AD6B7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82AE5-BC74-1A93-5EF2-18C4FA1C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025CB-F64F-22C1-FC3C-DEE413D3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134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CA721-3B42-DD0A-EFEA-C23FDAE1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52AAE-5207-B035-D46F-35518DEDE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ED06-8815-BC92-F3FD-79349F55A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B9628-8FBC-4C32-ABF4-E19AC6EA78A4}" type="datetimeFigureOut">
              <a:rPr lang="LID4096" smtClean="0"/>
              <a:t>07/04/2026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8D7D2-DF12-691F-2CDB-CFA2532A2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FF136-0572-2DF0-4412-0A8ADC4CC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E8D3C-C779-4CC2-8434-CF134A728D9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179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47C6436-3CCE-236F-8477-5309D732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5" t="23007" r="53070" b="72010"/>
          <a:stretch>
            <a:fillRect/>
          </a:stretch>
        </p:blipFill>
        <p:spPr>
          <a:xfrm>
            <a:off x="5141124" y="310873"/>
            <a:ext cx="6482910" cy="5737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BB5F727-0169-B095-A9BC-7EF7F115D7D9}"/>
              </a:ext>
            </a:extLst>
          </p:cNvPr>
          <p:cNvGrpSpPr>
            <a:grpSpLocks noChangeAspect="1"/>
          </p:cNvGrpSpPr>
          <p:nvPr/>
        </p:nvGrpSpPr>
        <p:grpSpPr>
          <a:xfrm>
            <a:off x="291833" y="1468270"/>
            <a:ext cx="6645353" cy="5290094"/>
            <a:chOff x="176503" y="137454"/>
            <a:chExt cx="7499099" cy="596972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710E27-7351-5553-AB61-A191D9AAA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03" y="137454"/>
              <a:ext cx="7499099" cy="5969726"/>
            </a:xfrm>
            <a:prstGeom prst="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AC3A6B-C18D-43CA-194E-69F0D3526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672" y="252786"/>
              <a:ext cx="1" cy="559608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EF66C1-D64B-051F-D8C8-A725A6B80E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213" y="2102185"/>
              <a:ext cx="731520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AC4821-7E34-8E2F-51EC-4B3BB002B1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503" y="3992769"/>
              <a:ext cx="731520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56246D5-5770-F0CB-CB6F-5D24F617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03" y="1468270"/>
            <a:ext cx="4548331" cy="5290094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7435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C2369F-E6F1-8EE2-943D-33F451CC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321"/>
          <a:stretch>
            <a:fillRect/>
          </a:stretch>
        </p:blipFill>
        <p:spPr>
          <a:xfrm>
            <a:off x="3187922" y="99637"/>
            <a:ext cx="8378220" cy="5014306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45A0A8-4A3C-A55A-E1D5-4D6063433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200"/>
          <a:stretch>
            <a:fillRect/>
          </a:stretch>
        </p:blipFill>
        <p:spPr>
          <a:xfrm>
            <a:off x="291833" y="6417276"/>
            <a:ext cx="11274309" cy="341087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989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</cp:revision>
  <dcterms:created xsi:type="dcterms:W3CDTF">2026-07-04T11:10:18Z</dcterms:created>
  <dcterms:modified xsi:type="dcterms:W3CDTF">2026-07-06T10:30:09Z</dcterms:modified>
</cp:coreProperties>
</file>