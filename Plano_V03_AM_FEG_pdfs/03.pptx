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4F0D5E-1D05-44BB-89B0-5AA30A40B9ED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D1174-0AC3-458A-86C6-CD4E37CEBC1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8647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D1174-0AC3-458A-86C6-CD4E37CEBC18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1923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1205-22AD-EE5E-8A7E-16916DEFA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A8A80-20D2-5B08-2AEB-875A75842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B04D0-B396-5232-7181-00A1C63A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D4A98-D596-E043-899E-1F388794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CAF28-BADF-DDB1-6B61-7FC45D79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0345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3A9D4-89CB-781C-551A-F82A0F42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E12AC-A913-CA9F-2B1D-B9143F30B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1223-357D-F025-0E4A-8BD4AC4F2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166D4-CED3-B6CD-64C7-D9BEAA19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C728A-44CB-746A-E9A8-4FB40B86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915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3872B-F268-1C99-E449-A68C15B61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B7174-CB4D-73B9-9C44-C1557BEE0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D4C1E-8B48-5AB1-CEB8-98EAAE7D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EDA56-96AD-A440-DA3C-3D3811BC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04AD5-A67E-1098-C002-ECE183D5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7436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5F76-6259-784D-9F78-46288984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C11C-4706-19D5-1094-D7D8B06EE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9177C-9CCB-6A71-A1D1-EF587F882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26307-98CD-9311-BAF3-B3DE30D51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18668-E2EB-F393-9CD6-20C4BDB1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522BB-8CC2-8049-5FA6-3F44E455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12010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1E28-0248-6668-91AC-D3797EA5D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3D184-3D37-B65E-8F3B-7FC1DDC93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E2128-6CEB-9FC4-7785-610A1EF26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0FE8E-3C69-9A56-F2F3-6F72FDBF4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13E6F-D4B4-A7C9-96B0-2AFEBA8A0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B8737-34AF-2398-C789-305EDB34F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034679-9A04-7A01-6FAA-5EACFAF9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CAFE4-7163-6DBD-F0D4-9E6507307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8292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1495-0B87-25E9-00A6-BD511D1B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4F69ED-1CCE-F6E6-8AE4-9BEAFAD5C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A7045-C45B-AF78-C6DA-9CE53535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60168-61FA-B014-0B80-0EBA6585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205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900136-6833-1639-ED72-2CE672186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35579-EDE9-7900-E9DD-88AD869F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2A838-7903-01B1-D965-E05F7A68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9371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EC5F-0A93-E012-9632-5C96116F5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82371-BB62-9F70-E1E1-FF57A6E4F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7607A-4F03-DDB9-11B5-7ED1BB6E3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2FD46-7A7A-5C6F-0E48-1C82CFA24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32A2C-542D-7037-D0D4-67F816C8C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A5CB3-97B8-D2F4-17A6-A08839E97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1405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EF6F8-BBE4-B474-0CFB-4CDD0AE6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84C7D-F16A-4395-B41B-73C96FDFC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B61C0-6D15-6D99-0916-9DE6A02F8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646F7-A3AE-53B5-CC3C-FB2D78FF7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2C126-B81A-81FD-671F-75E929A8B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74ECC-784B-24F0-E912-3DA04AF8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029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5488-0E33-E6D2-DF23-E4855CE5D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8EF47-C4A5-697C-88AE-BD4DF420A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0DDC8-3137-CA3E-E838-E299AC1E2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FDF9E-0E5C-C1D2-BFA9-AFB7B6433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7F3E7-DA60-ECE4-9578-E23ABB598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3799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E5DE3F-9D46-AA8B-F9E7-A587FCDE5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65356-4E09-CB41-EFD9-E7D6BBC0B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D69BC-C620-4B67-8B10-7276DE15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6BA47-DACA-4AF9-9804-DDBF2735F23A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BAB51-E25A-40C2-B88D-9B88D7D7A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09E76-E7EB-5D8D-C8E0-5111892EB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6746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2187D8-3D27-9065-0D4D-9C08EED8F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76C46-09E9-4AEC-8919-BB6C2F205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D2F82-5FD1-6284-466B-F828A86BDA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6BA47-DACA-4AF9-9804-DDBF2735F23A}" type="datetimeFigureOut">
              <a:rPr lang="LID4096" smtClean="0"/>
              <a:t>09/02/2026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62F98-E253-5A2C-5090-8DFC4085C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2AE60-CD72-2141-D51B-CD839A1A7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47576-EC09-4D88-91E8-E6ED0357FA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543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EBD62A-9AA4-2364-9DB5-A2E80B72F2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35"/>
          <a:stretch>
            <a:fillRect/>
          </a:stretch>
        </p:blipFill>
        <p:spPr>
          <a:xfrm>
            <a:off x="607054" y="495112"/>
            <a:ext cx="10851664" cy="522667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971B6A1-5CD5-D59E-65B7-CF909AF9F1A0}"/>
              </a:ext>
            </a:extLst>
          </p:cNvPr>
          <p:cNvSpPr txBox="1"/>
          <p:nvPr/>
        </p:nvSpPr>
        <p:spPr>
          <a:xfrm>
            <a:off x="607054" y="57894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0000FF"/>
                </a:solidFill>
              </a:rPr>
              <a:t>02_AM PravaH®_____________PPT_____________</a:t>
            </a:r>
          </a:p>
        </p:txBody>
      </p:sp>
    </p:spTree>
    <p:extLst>
      <p:ext uri="{BB962C8B-B14F-4D97-AF65-F5344CB8AC3E}">
        <p14:creationId xmlns:p14="http://schemas.microsoft.com/office/powerpoint/2010/main" val="1172744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590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14AE9-B02B-EF0A-6B2F-66E42B318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159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71297-6EF6-227D-991C-0C9073D2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428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24BF3-7D79-F061-7AC9-1332718CA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805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8</Words>
  <Application>Microsoft Office PowerPoint</Application>
  <PresentationFormat>Widescreen</PresentationFormat>
  <Paragraphs>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50</cp:revision>
  <dcterms:created xsi:type="dcterms:W3CDTF">2026-08-21T17:33:14Z</dcterms:created>
  <dcterms:modified xsi:type="dcterms:W3CDTF">2026-09-02T13:11:03Z</dcterms:modified>
</cp:coreProperties>
</file>