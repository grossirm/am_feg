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63" r:id="rId4"/>
    <p:sldId id="256" r:id="rId5"/>
    <p:sldId id="257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7F9F2-B5D6-17D5-10C4-F99E2F3D8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CB6A4-5B2F-4001-1540-983F13BB6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A7880-82BB-E9F0-D2DF-6ED83042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F666A-6E0E-2AF7-3FA2-2CB750B0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DDDF1-A7F2-3237-6F3C-016C5C1A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0398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7C100-1549-D357-0701-D733B127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F1CA-82CC-B337-1AA2-18BE1944A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FCC49-D098-56CF-31E4-3D3015B4C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449B4-5050-1567-9D38-457CB580C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61872-CFA1-7EF3-316B-2A1E11B44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78918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B8B9-BFD3-49D3-1B9F-01F98F1CF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5F2F2-D269-F56D-A9B3-96680E449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BA8E1-7732-1F95-2D07-5D69F250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C2634-8E0B-8D04-96A3-3C99B5CA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7CC20-2AB4-73E5-CE91-92D08235E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09025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43EA-ED1E-36A2-3089-82A7C089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4C4F1-C034-2925-FEDA-5578B3A251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7ABE9-2E07-B51E-B1E5-8209E8D51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85C2FE-D4EA-C6F2-70D0-08C2E50F0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F936E-6513-2D6D-6592-31FB7DC0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2772E-2D2F-AB24-89DA-9696B5CA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01692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47B1-3321-BC79-3E23-BCEB2830B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7ECB2-20EF-72BD-63E3-A85AA81D9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22CCC-F0BF-360F-C93F-EDDB71B83E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FF43FE-8E32-4FE4-778F-7A093D8FA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02D1F-10E7-DB55-194A-1E8F492F8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A5BE1A-EF5A-F9A3-D61A-9053023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B27E60-E7F7-2B24-B9DE-77AB94570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AA4B4-78CD-18CB-8351-043C0E6CF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4706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8B94-8863-C24C-C364-EEDFEDE42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C629CD-8DD8-639B-5145-18E6354A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9A695-CC7F-CBF6-E168-154D3FE3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457C3-F41C-1060-C914-04A2EF4FF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324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12E2D6-240A-4F73-1076-BE73605B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E9848C-6176-D617-214E-6E09C7E0C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6AB2D-C083-95AE-66B7-A098D35BD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9991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21ED4-84F0-0D14-9E4B-E4E7DA49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09C7D-11A6-7FEE-CA1E-6091D3C0B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9C874-AF6B-CD27-15BC-45CE1B837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05B4A-7EBF-B0C4-4A84-603A711DA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2CAEB-4350-5CFA-2754-24BDE2DB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0DF63-775F-363F-A319-BDCFCE7C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0234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72F4-CE56-51F8-271D-CD2AA35EB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79C788-4234-AD14-F951-761B8A44BB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A80E1-FE2C-BC99-683C-814461DC0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59081-145A-F877-6AC9-E5ED3E54B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B4B68-FFC5-7BCF-25C3-D6409A7B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200A4-5F10-FBE5-18AC-D2AC92ECA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19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C8426-A054-D506-AF7E-D74B7AA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A664F2-A27C-272E-56F1-AF2B37FF7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D8E21-1DF2-1707-AFFC-CC44BC78E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E529E-4AC1-F47D-6947-A2BB5E6F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41EB6A-A550-4BA1-9814-0C268301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60794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5AC7D1-65A6-783D-BF4D-81400E7F1C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F2AC1F-DC37-5058-A6A3-B330EFAFF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042E5-960B-8D40-9DD9-CFDD59DF2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62C6-E600-06F4-9890-B2F18B55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47F37-3760-570B-1049-D4487640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79483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56A23-726C-4CFB-6093-89C1A6833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F596D-410A-5FA7-28CC-7C5816D9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88F2F-3A47-B5C6-A181-6EE7BA20D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76C6F-FB4C-4A98-A047-6F2654AE92DE}" type="datetimeFigureOut">
              <a:rPr lang="LID4096" smtClean="0"/>
              <a:t>06/03/2026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3616B-1B14-CE20-8066-602766643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63C88-01EE-034F-D080-A7AC03F30A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9A882-730D-4FD8-8297-3A292906EB6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8968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CB30E-E459-81A8-02C7-0EBD681A2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Visually searched image">
            <a:extLst>
              <a:ext uri="{FF2B5EF4-FFF2-40B4-BE49-F238E27FC236}">
                <a16:creationId xmlns:a16="http://schemas.microsoft.com/office/drawing/2014/main" id="{7A6957F5-D080-63CF-4593-03EC309C3A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232" y="271604"/>
            <a:ext cx="3874883" cy="290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DAD528-5980-3805-0F02-95F48E401B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967" t="3832" r="26994" b="50000"/>
          <a:stretch>
            <a:fillRect/>
          </a:stretch>
        </p:blipFill>
        <p:spPr>
          <a:xfrm>
            <a:off x="9305364" y="3397075"/>
            <a:ext cx="2271000" cy="339302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C8D00A2-C2E6-8A5D-2F47-B4B7FD0CC1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21" t="1770" r="62846" b="4273"/>
          <a:stretch>
            <a:fillRect/>
          </a:stretch>
        </p:blipFill>
        <p:spPr>
          <a:xfrm>
            <a:off x="615635" y="132080"/>
            <a:ext cx="4283637" cy="65938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014EE7-7CDA-B907-827E-58CE73CF7C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85" t="3832" r="45176" b="50000"/>
          <a:stretch>
            <a:fillRect/>
          </a:stretch>
        </p:blipFill>
        <p:spPr>
          <a:xfrm>
            <a:off x="6602779" y="3332895"/>
            <a:ext cx="2271000" cy="339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0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47407-0018-4098-3971-C5C530D1E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58063AF-8518-0E36-2F56-21F2D45AD4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553" t="15283" b="5708"/>
          <a:stretch>
            <a:fillRect/>
          </a:stretch>
        </p:blipFill>
        <p:spPr>
          <a:xfrm>
            <a:off x="1422944" y="387405"/>
            <a:ext cx="4050043" cy="53084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4BA3A8-A861-3E4D-E0EA-6FC3E88883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63" t="13262" r="32561" b="863"/>
          <a:stretch>
            <a:fillRect/>
          </a:stretch>
        </p:blipFill>
        <p:spPr>
          <a:xfrm>
            <a:off x="7164508" y="387406"/>
            <a:ext cx="4061404" cy="530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66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284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ED01DC-377B-331B-BCC5-A8E81E1FC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42900"/>
            <a:ext cx="1057275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3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E35F23-260C-33A7-0EFF-5EC3EF315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97" y="543208"/>
            <a:ext cx="11384118" cy="593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B63FB-5F1D-F497-945D-E5B21A40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B37808-36EA-D9D5-763D-2FC460949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72" y="-117695"/>
            <a:ext cx="9571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99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BCE4A-3768-8C56-5DBA-09388627F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5C5340-8D24-2237-FBFE-CF4B39D94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296" y="146930"/>
            <a:ext cx="8259779" cy="671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14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2A0A1-CE71-7EF7-D324-9662C0B33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05DC7D-9574-C8C1-0B3F-F35CE70F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237" y="452437"/>
            <a:ext cx="6867525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690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6</cp:revision>
  <dcterms:created xsi:type="dcterms:W3CDTF">2026-05-23T10:27:05Z</dcterms:created>
  <dcterms:modified xsi:type="dcterms:W3CDTF">2026-06-03T12:31:31Z</dcterms:modified>
</cp:coreProperties>
</file>